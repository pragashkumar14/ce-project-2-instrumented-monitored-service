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2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2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141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568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155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281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099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5688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697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6496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690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105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8762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5681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122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370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4363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086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0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457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u-west-3.console.aws.amazon.com/cloudwatch/home?region=eu-west-3#dashboards/dashboard/order-api-golden-signals?start=2026-08-14T11%3A27%3A00Z&amp;end=2026-08-14T14%3A27%3A00Z&amp;autoRefresh=fals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Instrumented &amp; Monitored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API — Logs, Metrics, Alerts, and a real Incident, End to 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Pragash Kumaravel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281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Cloud Engineering Bootcamp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came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Kickoff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63040" y="179222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synthetic traffic, errors, and CPU load — right 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1305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Planning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63040" y="24140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whole system fits together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7523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0358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API on EC2 — Winston, JSON, correlation IDs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37413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7413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metrics published directly to CloudWatch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9959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9959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3040" y="4279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Signals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617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&amp; Auto-Remediation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90118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alarms, and a Lambda that enriches alerts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23951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2395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63040" y="552297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CPU-saturation incident, injected and diagnosed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0080" y="6172200"/>
            <a:ext cx="91440" cy="91440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41248" y="60533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Traffic:  </a:t>
            </a: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orders sent to the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6172200"/>
            <a:ext cx="91440" cy="91440"/>
          </a:xfrm>
          <a:prstGeom prst="ellipse">
            <a:avLst/>
          </a:prstGeom>
          <a:solidFill>
            <a:srgbClr val="E861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453128" y="60533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Errors:  </a:t>
            </a: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forced to fail on purpose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63840" y="617220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065008" y="60533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Load:  </a:t>
            </a: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stress test on the server itself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terminal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synthetic traffic, validation failures, real errors, and a CPU stress test — all at once, so every widget, both alarms, and the Lambda have real data by the time we get to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1A2338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51560" y="35204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b="1" dirty="0">
                <a:solidFill>
                  <a:srgbClr val="3FB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./run-demo.sh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A2338"/>
          </a:solidFill>
          <a:ln w="12700">
            <a:solidFill>
              <a:srgbClr val="3FBF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584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8646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min, ~1300+ orders + validation failures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4434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A2338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4340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Stress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48646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vCPUs pinned for - 6 minutes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4434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A2338"/>
          </a:solidFill>
          <a:ln w="12700">
            <a:solidFill>
              <a:srgbClr val="E861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68096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48646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fired — crosses warning + critical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background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 to enriched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deck-assets/architecture-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7783" y="434339"/>
            <a:ext cx="6342255" cy="61703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83664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68680" y="17830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API produces logs + metrics independently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79776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68680" y="267919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Agent ships structured logs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675888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68680" y="357530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publishes 5 custom metrics directly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572000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68680" y="447141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tiered alarms watch both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468112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868680" y="536752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 → SNS → email, and a Lambda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enriches the alert with real logs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API on EC2 — Express, Winston, correlation 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instance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t3.micro, Ubuntu, eu-west-3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55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creation, retrieval, health check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2960" y="3959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270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Auto-starts on boot, auto-restarts on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8737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1846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 application.log, ships to CloudWatch Logs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LEVELS, USED DELIBERATELY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355080" y="224028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 · JSON format · correlation ID on every line
</a:t>
            </a:r>
            <a:r>
              <a:rPr lang="en-US" sz="125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normal flow — order_created, health_check
</a:t>
            </a:r>
            <a:r>
              <a:rPr lang="en-US" sz="12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recoverable — missing fields, order not found
</a:t>
            </a:r>
            <a:r>
              <a:rPr lang="en-US" sz="125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genuine failures — the /error endpoint
</a:t>
            </a:r>
            <a:r>
              <a:rPr lang="en-US" sz="10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{"level":"info","message":"order_created",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"correlation_id":"1fa0...","order_id":"ord-404c"}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metrics published directly to CloudWatch — namespace: OrderAPI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OrdersCreated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509760" y="178308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68680" y="2624328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24328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0" y="262432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68680" y="3465576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OrdersFailedValidation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65576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509760" y="346557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68680" y="430682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ApiLatencyMs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30682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09760" y="430682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68680" y="514807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514807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09760" y="514807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ApiLatencyMs is captured automatically via middleware on every request — new endpoints get latency tracking with zero extra code.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9 widgets — Golden Signals,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2176272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25880" y="188366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&amp; Errors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883664"/>
            <a:ext cx="7132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Rate + Error Rate, side by side — read errors relative to volume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914400" y="322783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25880" y="293522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&amp; Saturation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935224"/>
            <a:ext cx="7132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 (not average), plus CPU and Memory below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14400" y="4279392"/>
            <a:ext cx="201168" cy="201168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25880" y="398678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Signal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3986784"/>
            <a:ext cx="7132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Value + Total Orders — is the business still functioning?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14400" y="5330952"/>
            <a:ext cx="201168" cy="201168"/>
          </a:xfrm>
          <a:prstGeom prst="ellipse">
            <a:avLst/>
          </a:prstGeom>
          <a:solidFill>
            <a:srgbClr val="8C7C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25880" y="503834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Diagnostics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5038344"/>
            <a:ext cx="7132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gauge + real error log lines, right on the 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&amp; AUTO-REMEDIATION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tiered alarms, a composite, and a Lambda that enriches alerts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A2338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ErrorRate &gt; 2 / 5min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A2338"/>
          </a:solidFill>
          <a:ln w="19050">
            <a:solidFill>
              <a:srgbClr val="E861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66160" y="1801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ErrorRate &gt; 5 / 5min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A2338"/>
          </a:solidFill>
          <a:ln w="19050">
            <a:solidFill>
              <a:srgbClr val="E861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355080" y="1801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 &gt; 1000ms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16916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A2338"/>
          </a:solidFill>
          <a:ln w="19050">
            <a:solidFill>
              <a:srgbClr val="8C7C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144000" y="1801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7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critical fires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FURTHER — AUTOMATED DIAGNOSIS, NOT AUTOMATED FIXING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68680" y="3584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Lambda subscribes to the same alarm topic, queries the last 5 error log lines via Logs Insights, and publishes a richer email — not a blind auto-restart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restart risks masking recurring issues and causing needless downtime for problems that aren't crash-worthy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19472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68680" y="48280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 to a separate SNS topic, to avoid the Lambda re-triggering itself in a feedback loop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41264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68680" y="544982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live: a real error burst produced an enriched email with 4 correlation IDs pulled straight from Logs Insights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CPU saturation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deck-assets/incident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08760"/>
            <a:ext cx="59436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7607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5240">
            <a:solidFill>
              <a:srgbClr val="E861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57200" y="58155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60.5%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1447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CPU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14600" y="57607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524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514600" y="58155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3.1ms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14600" y="61447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p95 latency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0" y="57607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1A2338"/>
          </a:solidFill>
          <a:ln w="15240">
            <a:solidFill>
              <a:srgbClr val="3FBF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0" y="58155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61447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629400" y="16002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2011680"/>
            <a:ext cx="100584" cy="100584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858000" y="19019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218541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errors, zero failed health checks — the app slowed but never broke.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29400" y="306324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858000" y="29535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alarm fired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323697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finding — no CPU-specific alarm exists yet, only its downstream effect on latency is watched.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29400" y="4114800"/>
            <a:ext cx="100584" cy="100584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858000" y="4005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fix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0" y="428853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dedicated CPU alarm (warning &gt;70%, critical &gt;85%).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first script triggered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2189987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2338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console.aws.amazon.com/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cloudwatch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 → order-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api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-golden-signals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728" cy="109728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Rate + Order 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32004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minutes of real, continuous traffic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05072"/>
            <a:ext cx="109728" cy="109728"/>
          </a:xfrm>
          <a:prstGeom prst="ellipse">
            <a:avLst/>
          </a:prstGeom>
          <a:solidFill>
            <a:srgbClr val="E861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3886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errors fired — crossed both warning and critical thresholds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9087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+ 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4572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spiked, p95 latency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109728" cy="109728"/>
          </a:xfrm>
          <a:prstGeom prst="ellipse">
            <a:avLst/>
          </a:prstGeom>
          <a:solidFill>
            <a:srgbClr val="8C7C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52578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alarm emails +  Lambda-enriched email with live correlation IDs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&amp; IMPROVEMENTS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taught 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keep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telemetry paths (SDK + log-derived)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over average for latency, always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82296" cy="822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Diagnosis-first auto-remediation over blind restarts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improve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2677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dedicated CPU alarm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1821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composite vs individual alarms to different people in a real team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0965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46520" y="4023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distributed tracing (X-Ray) as a next step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— Instrumented &amp; Monitored Cloud 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github.com/pragashkumar14/ce-project-2-instrumented-monitored-service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1005</TotalTime>
  <Words>949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pragash kumar</cp:lastModifiedBy>
  <cp:revision>5</cp:revision>
  <dcterms:created xsi:type="dcterms:W3CDTF">2026-08-14T13:14:09Z</dcterms:created>
  <dcterms:modified xsi:type="dcterms:W3CDTF">2026-08-17T15:12:28Z</dcterms:modified>
</cp:coreProperties>
</file>